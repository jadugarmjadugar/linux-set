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e152a5a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2e152a5a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2e152a5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2e152a5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2e152a5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2e152a5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2e152a5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2e152a5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2e152a5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2e152a5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2e152a5a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2e152a5a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2e152a5a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2e152a5a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2e152a5a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2e152a5a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2e152a5a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2e152a5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2e152a5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2e152a5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2e152a5a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2e152a5a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2e152a5a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2e152a5a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213" l="0" r="0" t="0"/>
          <a:stretch/>
        </p:blipFill>
        <p:spPr>
          <a:xfrm>
            <a:off x="0" y="19925"/>
            <a:ext cx="9144002" cy="493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3419" l="0" r="0" t="0"/>
          <a:stretch/>
        </p:blipFill>
        <p:spPr>
          <a:xfrm>
            <a:off x="152400" y="172325"/>
            <a:ext cx="9144002" cy="49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3707" l="0" r="0" t="0"/>
          <a:stretch/>
        </p:blipFill>
        <p:spPr>
          <a:xfrm>
            <a:off x="0" y="19925"/>
            <a:ext cx="9144002" cy="491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3456" l="0" r="0" t="0"/>
          <a:stretch/>
        </p:blipFill>
        <p:spPr>
          <a:xfrm>
            <a:off x="0" y="19925"/>
            <a:ext cx="9144002" cy="49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3456" l="0" r="0" t="0"/>
          <a:stretch/>
        </p:blipFill>
        <p:spPr>
          <a:xfrm>
            <a:off x="0" y="19925"/>
            <a:ext cx="9144002" cy="49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3948" l="0" r="0" t="0"/>
          <a:stretch/>
        </p:blipFill>
        <p:spPr>
          <a:xfrm>
            <a:off x="0" y="19925"/>
            <a:ext cx="9144002" cy="49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2969" l="0" r="0" t="0"/>
          <a:stretch/>
        </p:blipFill>
        <p:spPr>
          <a:xfrm>
            <a:off x="0" y="19925"/>
            <a:ext cx="9144002" cy="49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3">
            <a:alphaModFix/>
          </a:blip>
          <a:srcRect b="3828" l="0" r="0" t="0"/>
          <a:stretch/>
        </p:blipFill>
        <p:spPr>
          <a:xfrm>
            <a:off x="0" y="19925"/>
            <a:ext cx="9144002" cy="49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2847" l="0" r="0" t="0"/>
          <a:stretch/>
        </p:blipFill>
        <p:spPr>
          <a:xfrm>
            <a:off x="0" y="19925"/>
            <a:ext cx="9144002" cy="495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3091" l="0" r="0" t="0"/>
          <a:stretch/>
        </p:blipFill>
        <p:spPr>
          <a:xfrm>
            <a:off x="0" y="19925"/>
            <a:ext cx="9144002" cy="494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 rotWithShape="1">
          <a:blip r:embed="rId3">
            <a:alphaModFix/>
          </a:blip>
          <a:srcRect b="2969" l="0" r="0" t="0"/>
          <a:stretch/>
        </p:blipFill>
        <p:spPr>
          <a:xfrm>
            <a:off x="0" y="19925"/>
            <a:ext cx="9144002" cy="49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 b="3213" l="0" r="0" t="0"/>
          <a:stretch/>
        </p:blipFill>
        <p:spPr>
          <a:xfrm>
            <a:off x="0" y="19925"/>
            <a:ext cx="9144002" cy="493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 rotWithShape="1">
          <a:blip r:embed="rId3">
            <a:alphaModFix/>
          </a:blip>
          <a:srcRect b="3456" l="0" r="0" t="0"/>
          <a:stretch/>
        </p:blipFill>
        <p:spPr>
          <a:xfrm>
            <a:off x="0" y="19925"/>
            <a:ext cx="9144002" cy="49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