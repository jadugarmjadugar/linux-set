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58f17ecbc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58f17ecbc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58f17ecbc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f58f17ecbc_2_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58f17ecbc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f58f17ecbc_2_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58f17ecbc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58f17ecbc_2_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58f17ecbc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58f17ecbc_2_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58f17ecbc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f58f17ecbc_2_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58f17ecbc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f58f17ecbc_2_1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58f17ecbc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58f17ecbc_2_1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58f17ecbc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58f17ecbc_2_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58f17ecbc_2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f58f17ecbc_2_1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58f17ecbc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f58f17ecbc_2_1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58f17ecbc_2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f58f17ecbc_2_1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58f17ecbc_2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58f17ecbc_2_1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58f17ecbc_2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f58f17ecbc_2_1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58f17ecbc_2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f58f17ecbc_2_1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58f17ecbc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58f17ecbc_2_1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58f17ecbc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f58f17ecbc_2_1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58f17ecbc_2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f58f17ecbc_2_1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58f17ecbc_2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f58f17ecbc_2_1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58f17ecbc_2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f58f17ecbc_2_1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58f17ecbc_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f58f17ecbc_2_1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85763" y="1198364"/>
            <a:ext cx="4371975" cy="826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771525" y="2185988"/>
            <a:ext cx="3600450" cy="985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406301" y="2478881"/>
            <a:ext cx="4371975" cy="766167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b="1" sz="2300" cap="none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406301" y="1635026"/>
            <a:ext cx="4371975" cy="843855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57175" y="900113"/>
            <a:ext cx="2271713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614613" y="900113"/>
            <a:ext cx="2271713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57175" y="863501"/>
            <a:ext cx="2272606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57175" y="1223367"/>
            <a:ext cx="2272606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612827" y="863501"/>
            <a:ext cx="2273498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612827" y="1223367"/>
            <a:ext cx="2273498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57175" y="153591"/>
            <a:ext cx="1692176" cy="653653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010966" y="153591"/>
            <a:ext cx="2875359" cy="3292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2984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57175" y="807244"/>
            <a:ext cx="1692176" cy="2638723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008162" y="2700338"/>
            <a:ext cx="3086100" cy="31879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008162" y="344686"/>
            <a:ext cx="3086100" cy="2314575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008162" y="3019128"/>
            <a:ext cx="3086100" cy="452735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298823" y="-141535"/>
            <a:ext cx="2545854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661940" y="1221582"/>
            <a:ext cx="3291483" cy="115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304502" y="107157"/>
            <a:ext cx="3291483" cy="3386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 b="4789" l="0" r="0" t="0"/>
          <a:stretch/>
        </p:blipFill>
        <p:spPr>
          <a:xfrm>
            <a:off x="0" y="143488"/>
            <a:ext cx="9144002" cy="485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6"/>
          <p:cNvPicPr preferRelativeResize="0"/>
          <p:nvPr/>
        </p:nvPicPr>
        <p:blipFill rotWithShape="1">
          <a:blip r:embed="rId3">
            <a:alphaModFix/>
          </a:blip>
          <a:srcRect b="4789" l="0" r="0" t="0"/>
          <a:stretch/>
        </p:blipFill>
        <p:spPr>
          <a:xfrm>
            <a:off x="0" y="143488"/>
            <a:ext cx="9144002" cy="485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7"/>
          <p:cNvPicPr preferRelativeResize="0"/>
          <p:nvPr/>
        </p:nvPicPr>
        <p:blipFill rotWithShape="1">
          <a:blip r:embed="rId3">
            <a:alphaModFix/>
          </a:blip>
          <a:srcRect b="5033" l="0" r="0" t="0"/>
          <a:stretch/>
        </p:blipFill>
        <p:spPr>
          <a:xfrm>
            <a:off x="0" y="102975"/>
            <a:ext cx="9144002" cy="484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9"/>
          <p:cNvPicPr preferRelativeResize="0"/>
          <p:nvPr/>
        </p:nvPicPr>
        <p:blipFill rotWithShape="1">
          <a:blip r:embed="rId3">
            <a:alphaModFix/>
          </a:blip>
          <a:srcRect b="5276" l="0" r="0" t="0"/>
          <a:stretch/>
        </p:blipFill>
        <p:spPr>
          <a:xfrm>
            <a:off x="0" y="102975"/>
            <a:ext cx="9144002" cy="483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0"/>
          <p:cNvPicPr preferRelativeResize="0"/>
          <p:nvPr/>
        </p:nvPicPr>
        <p:blipFill rotWithShape="1">
          <a:blip r:embed="rId3">
            <a:alphaModFix/>
          </a:blip>
          <a:srcRect b="4544" l="0" r="0" t="0"/>
          <a:stretch/>
        </p:blipFill>
        <p:spPr>
          <a:xfrm>
            <a:off x="0" y="109250"/>
            <a:ext cx="9144002" cy="4869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1"/>
          <p:cNvPicPr preferRelativeResize="0"/>
          <p:nvPr/>
        </p:nvPicPr>
        <p:blipFill rotWithShape="1">
          <a:blip r:embed="rId3">
            <a:alphaModFix/>
          </a:blip>
          <a:srcRect b="4907" l="0" r="0" t="0"/>
          <a:stretch/>
        </p:blipFill>
        <p:spPr>
          <a:xfrm>
            <a:off x="0" y="21425"/>
            <a:ext cx="9144002" cy="485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2"/>
          <p:cNvPicPr preferRelativeResize="0"/>
          <p:nvPr/>
        </p:nvPicPr>
        <p:blipFill rotWithShape="1">
          <a:blip r:embed="rId3">
            <a:alphaModFix/>
          </a:blip>
          <a:srcRect b="5033" l="0" r="0" t="0"/>
          <a:stretch/>
        </p:blipFill>
        <p:spPr>
          <a:xfrm>
            <a:off x="0" y="109225"/>
            <a:ext cx="9144002" cy="484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3"/>
          <p:cNvPicPr preferRelativeResize="0"/>
          <p:nvPr/>
        </p:nvPicPr>
        <p:blipFill rotWithShape="1">
          <a:blip r:embed="rId3">
            <a:alphaModFix/>
          </a:blip>
          <a:srcRect b="4544" l="0" r="0" t="0"/>
          <a:stretch/>
        </p:blipFill>
        <p:spPr>
          <a:xfrm>
            <a:off x="0" y="21425"/>
            <a:ext cx="9144002" cy="4869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4"/>
          <p:cNvPicPr preferRelativeResize="0"/>
          <p:nvPr/>
        </p:nvPicPr>
        <p:blipFill rotWithShape="1">
          <a:blip r:embed="rId3">
            <a:alphaModFix/>
          </a:blip>
          <a:srcRect b="4907" l="0" r="0" t="0"/>
          <a:stretch/>
        </p:blipFill>
        <p:spPr>
          <a:xfrm>
            <a:off x="0" y="115500"/>
            <a:ext cx="9144002" cy="485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5"/>
          <p:cNvPicPr preferRelativeResize="0"/>
          <p:nvPr/>
        </p:nvPicPr>
        <p:blipFill rotWithShape="1">
          <a:blip r:embed="rId3">
            <a:alphaModFix/>
          </a:blip>
          <a:srcRect b="4297" l="0" r="0" t="0"/>
          <a:stretch/>
        </p:blipFill>
        <p:spPr>
          <a:xfrm>
            <a:off x="0" y="96700"/>
            <a:ext cx="9144002" cy="488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6"/>
          <p:cNvPicPr preferRelativeResize="0"/>
          <p:nvPr/>
        </p:nvPicPr>
        <p:blipFill rotWithShape="1">
          <a:blip r:embed="rId3">
            <a:alphaModFix/>
          </a:blip>
          <a:srcRect b="4789" l="0" r="0" t="0"/>
          <a:stretch/>
        </p:blipFill>
        <p:spPr>
          <a:xfrm>
            <a:off x="0" y="109250"/>
            <a:ext cx="9144002" cy="485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7"/>
          <p:cNvPicPr preferRelativeResize="0"/>
          <p:nvPr/>
        </p:nvPicPr>
        <p:blipFill rotWithShape="1">
          <a:blip r:embed="rId3">
            <a:alphaModFix/>
          </a:blip>
          <a:srcRect b="5033" l="0" r="0" t="0"/>
          <a:stretch/>
        </p:blipFill>
        <p:spPr>
          <a:xfrm>
            <a:off x="0" y="121775"/>
            <a:ext cx="9144002" cy="484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8"/>
          <p:cNvPicPr preferRelativeResize="0"/>
          <p:nvPr/>
        </p:nvPicPr>
        <p:blipFill rotWithShape="1">
          <a:blip r:embed="rId3">
            <a:alphaModFix/>
          </a:blip>
          <a:srcRect b="4907" l="0" r="0" t="0"/>
          <a:stretch/>
        </p:blipFill>
        <p:spPr>
          <a:xfrm>
            <a:off x="0" y="146613"/>
            <a:ext cx="9144002" cy="485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9"/>
          <p:cNvPicPr preferRelativeResize="0"/>
          <p:nvPr/>
        </p:nvPicPr>
        <p:blipFill rotWithShape="1">
          <a:blip r:embed="rId3">
            <a:alphaModFix/>
          </a:blip>
          <a:srcRect b="4789" l="0" r="0" t="0"/>
          <a:stretch/>
        </p:blipFill>
        <p:spPr>
          <a:xfrm>
            <a:off x="0" y="143488"/>
            <a:ext cx="9144002" cy="485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40"/>
          <p:cNvPicPr preferRelativeResize="0"/>
          <p:nvPr/>
        </p:nvPicPr>
        <p:blipFill rotWithShape="1">
          <a:blip r:embed="rId3">
            <a:alphaModFix/>
          </a:blip>
          <a:srcRect b="4789" l="0" r="0" t="0"/>
          <a:stretch/>
        </p:blipFill>
        <p:spPr>
          <a:xfrm>
            <a:off x="0" y="21425"/>
            <a:ext cx="9144002" cy="485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1"/>
          <p:cNvPicPr preferRelativeResize="0"/>
          <p:nvPr/>
        </p:nvPicPr>
        <p:blipFill rotWithShape="1">
          <a:blip r:embed="rId3">
            <a:alphaModFix/>
          </a:blip>
          <a:srcRect b="4662" l="0" r="0" t="0"/>
          <a:stretch/>
        </p:blipFill>
        <p:spPr>
          <a:xfrm>
            <a:off x="0" y="21425"/>
            <a:ext cx="9144002" cy="486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42"/>
          <p:cNvPicPr preferRelativeResize="0"/>
          <p:nvPr/>
        </p:nvPicPr>
        <p:blipFill rotWithShape="1">
          <a:blip r:embed="rId3">
            <a:alphaModFix/>
          </a:blip>
          <a:srcRect b="4789" l="0" r="0" t="0"/>
          <a:stretch/>
        </p:blipFill>
        <p:spPr>
          <a:xfrm>
            <a:off x="0" y="21425"/>
            <a:ext cx="9144002" cy="485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3"/>
          <p:cNvPicPr preferRelativeResize="0"/>
          <p:nvPr/>
        </p:nvPicPr>
        <p:blipFill rotWithShape="1">
          <a:blip r:embed="rId3">
            <a:alphaModFix/>
          </a:blip>
          <a:srcRect b="5402" l="0" r="0" t="0"/>
          <a:stretch/>
        </p:blipFill>
        <p:spPr>
          <a:xfrm>
            <a:off x="0" y="21425"/>
            <a:ext cx="9144002" cy="482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44"/>
          <p:cNvPicPr preferRelativeResize="0"/>
          <p:nvPr/>
        </p:nvPicPr>
        <p:blipFill rotWithShape="1">
          <a:blip r:embed="rId3">
            <a:alphaModFix/>
          </a:blip>
          <a:srcRect b="4789" l="0" r="0" t="0"/>
          <a:stretch/>
        </p:blipFill>
        <p:spPr>
          <a:xfrm>
            <a:off x="0" y="171950"/>
            <a:ext cx="9144002" cy="485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5"/>
          <p:cNvPicPr preferRelativeResize="0"/>
          <p:nvPr/>
        </p:nvPicPr>
        <p:blipFill rotWithShape="1">
          <a:blip r:embed="rId3">
            <a:alphaModFix/>
          </a:blip>
          <a:srcRect b="4789" l="0" r="0" t="0"/>
          <a:stretch/>
        </p:blipFill>
        <p:spPr>
          <a:xfrm>
            <a:off x="0" y="21425"/>
            <a:ext cx="9144002" cy="485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